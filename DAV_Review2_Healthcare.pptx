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70" r:id="rId4"/>
    <p:sldId id="271" r:id="rId5"/>
    <p:sldId id="282" r:id="rId6"/>
    <p:sldId id="272" r:id="rId7"/>
    <p:sldId id="273" r:id="rId8"/>
    <p:sldId id="274" r:id="rId9"/>
    <p:sldId id="275" r:id="rId10"/>
    <p:sldId id="276" r:id="rId11"/>
    <p:sldId id="277" r:id="rId12"/>
    <p:sldId id="283" r:id="rId13"/>
    <p:sldId id="284" r:id="rId14"/>
    <p:sldId id="279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DB6846-2CD3-48A4-A3BF-085B63675F5B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2B04D9-0DC9-4451-B849-7116168B5DD4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3457" y="1465006"/>
            <a:ext cx="11464413" cy="501445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ANALYTICS AND VISUALIZATION(24DSB3101)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b="1" dirty="0"/>
              <a:t>Business Intelligence Dashboard for Healthcare Performance Analytics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Batch – 3</a:t>
            </a:r>
            <a:endParaRPr lang="en-IN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2420030055 - Lahari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2420030292- Madhuri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2420030323- Harshini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2420030671 - Manasa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Methodology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follows a seven-stage pipeline from raw healthcare data to explainable insights.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Data Acquisition – benchmark healthcare datasets from UCI and Kaggle.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Data Preprocessing – missing-value handling, duplicate removal, encoding, scaling.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Exploratory Data Analysis – distributions, correlations, class balance, outliers.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Model Development – training of multiple supervised classification models.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Explainability Layer – SHAP for global importance, LIME for local explanations.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Performance Evaluation – Accuracy, Precision, Recall, F1-score and ROC-AUC.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Visualization – interactive Business Intelligence Dashboard for end users.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&amp; Architecture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Layered architecture of the proposed system: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Layer – benchmark healthcare datasets (CSV) loaded and cached.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Preprocessing Layer – cleaning, label/one-hot encoding, standard scaling, train–test split.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Modelling Layer – Logistic Regression, Decision Tree, Random Forest, XGBoost, CatBoost.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Explainability Layer – SHAP explainer (global) and LIME explainer (instance-level).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Evaluation Layer – metric computation and comparative analysis across models.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Presentation Layer – Streamlit dashboard with eight navigable analytical modules.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flow: Raw Data → Preprocessing → EDA → Model Training → Prediction → SHAP / LIME → Dashboard.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5500" y="3238500"/>
            <a:ext cx="381000" cy="381000"/>
          </a:xfrm>
          <a:prstGeom prst="rect">
            <a:avLst/>
          </a:prstGeom>
        </p:spPr>
      </p:pic>
      <p:pic>
        <p:nvPicPr>
          <p:cNvPr id="12" name="Content Placeholder 11"/>
          <p:cNvPicPr>
            <a:picLocks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35940" y="465455"/>
            <a:ext cx="11421745" cy="5711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 &amp; Preprocessing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 used: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Estimation of Obesity Levels Based on Eating Habits and Physical Condition (UCI) – demographic, lifestyle and health-indicator attributes with seven obesity-level classes.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Hospital Patient Records Dataset (Kaggle) – patient demographics, admission, treatment and discharge records.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Healthcare Dataset (Kaggle) – medical, treatment and healthcare-cost attributes.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steps applied: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Removal of duplicate and inconsistent records.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Handling of missing values through imputation.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Label and one-hot encoding of categorical attributes.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Feature scaling and normalization of numeric attributes.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Stratified train–test split to preserve class distribution.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Tools &amp; Technologies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Programming Language – Python 3.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Handling – Pandas, NumPy.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Machine Learning – Scikit-learn, XGBoost, CatBoost.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Explainable AI – SHAP, LIME.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Visualization – Matplotlib, Seaborn, Plotly.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Dashboard Framework – Streamlit (deployed locally on port 8501).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Development Environment – Jupyter Notebook, Visual Studio Code.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Version Control – Git and GitHub.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– Machine Learning Models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trained for disease-risk prediction: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Logistic Regression – linear baseline, highly interpretable.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Decision Tree – rule-based, captures non-linear splits.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Random Forest – bagging ensemble, reduces variance and overfitting.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XGBoost – gradient-boosted trees, strong performance on tabular data.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CatBoost – boosting optimized for categorical healthcare attributes.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model is trained on the same preprocessed split and evaluated using identical metrics to ensure a fair comparison.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590" y="1333500"/>
            <a:ext cx="11621770" cy="5305425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– Explainability (SHAP &amp; LIME)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Global Explainability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SHAP values to quantify each feature’s contribution to predictions.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beeswarm plots identify the most influential health and lifestyle factors.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LIME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Local Explainability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Builds a simple surrogate model around a single patient record.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Explains why an individual prediction was made, supporting clinical trust.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IDELITY </a:t>
            </a:r>
            <a:endParaRPr lang="en-I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how closely the LIME explanation matches the original model’s prediction behavior.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PARSITY</a:t>
            </a:r>
            <a:endParaRPr lang="en-I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 small number of important features to provide a simple and easy-to-understand explanation.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– BI Dashboard (Streamlit)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is built with Streamlit and runs as a multi-section web application with sidebar navigation.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implemented:</a:t>
            </a:r>
            <a:endParaRPr lang="en-IN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Dashboard Overview – project summary and key healthcare indicators.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EDA &amp; Dataset Insights – distribution, correlation and class-balance plots with explanations.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Machine Learning – model training, prediction and metric display.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SHAP Explainability – global feature-importance visualizations.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LIME Explainability – instance-level prediction explanations.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Comparative Analysis – side-by-side comparison of all models.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Explorer – interactive filtering and inspection of records.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Conclusions – summarized findings for decision-makers.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300000"/>
            <a:ext cx="11621729" cy="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– Exploratory Data Analysis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and BMI distributions, gender balance and obesity-level class counts generated from the dataset, each accompanied by an in-dashboard explanation.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1789632272859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584" y="2300000"/>
            <a:ext cx="7468831" cy="42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Content Placeholder 10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05485" y="784860"/>
            <a:ext cx="10515600" cy="4165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838200" y="652145"/>
            <a:ext cx="10515600" cy="4165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&amp; Key Findings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Ensemble models (Random Forest, XGBoost, CatBoost) outperform the single-learner baselines on all reported metrics.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Weighted F1-score is used as the primary criterion because the obesity-level classes are multi-class and not perfectly balanced.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SHAP analysis identifies weight, height-derived BMI, age, frequency of physical activity and family history as the dominant predictors.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LIME confirms these factors at the individual-patient level, showing consistency between global and local explanations.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combination of high accuracy with readable explanations addresses the interpretability gap identified in Review-1.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106188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12192000" cy="120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5303" y="1445342"/>
            <a:ext cx="11621729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Work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An end-to-end pipeline combining healthcare analytics, machine learning, explainable AI and interactive visualization has been implemented.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Multiple models were compared on both predictive performance and explainability.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Streamlit dashboard converts complex model output into readable healthcare insights.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Extend the evaluation to the remaining hospital and healthcare-cost datasets.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Add hyperparameter tuning and cross-validation for further performance gains.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Deploy the dashboard on a cloud platform for wider access.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Complete and submit the research paper.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5940</Words>
  <Application>WPS Presentation</Application>
  <PresentationFormat>Widescreen</PresentationFormat>
  <Paragraphs>134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Arial</vt:lpstr>
      <vt:lpstr>SimSun</vt:lpstr>
      <vt:lpstr>Wingdings</vt:lpstr>
      <vt:lpstr>Times New Roman</vt:lpstr>
      <vt:lpstr>Calibri Light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 Kruthi</dc:creator>
  <cp:lastModifiedBy>harshini2006</cp:lastModifiedBy>
  <cp:revision>14</cp:revision>
  <dcterms:created xsi:type="dcterms:W3CDTF">2026-08-11T15:03:00Z</dcterms:created>
  <dcterms:modified xsi:type="dcterms:W3CDTF">2026-09-21T05:58:04Z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2F21EE4C638B4D27927E485E3AFA867E_13</vt:lpwstr>
  </property>
</Properties>
</file>