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0" r:id="rId4"/>
    <p:sldId id="271" r:id="rId5"/>
    <p:sldId id="282" r:id="rId6"/>
    <p:sldId id="272" r:id="rId7"/>
    <p:sldId id="273" r:id="rId8"/>
    <p:sldId id="274" r:id="rId9"/>
    <p:sldId id="275" r:id="rId10"/>
    <p:sldId id="276" r:id="rId11"/>
    <p:sldId id="277" r:id="rId12"/>
    <p:sldId id="283" r:id="rId13"/>
    <p:sldId id="279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B6846-2CD3-48A4-A3BF-085B63675F5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B04D9-0DC9-4451-B849-7116168B5D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457" y="1465006"/>
            <a:ext cx="11464413" cy="50144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VISUALIZATION(24DSB3101)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1" dirty="0"/>
              <a:t>Business Intelligence Dashboard for Healthcare Performance Analytics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Batch – 3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2420030055 - Lahari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2420030292- Madhuri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2420030323- Harshini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2420030671 - Manasa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seven-stage pipeline from raw healthcare data to explainable insights.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Acquisition – benchmark healthcare datasets from UCI and Kaggle.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 – missing-value handling, duplicate removal, encoding, scaling.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– distributions, correlations, class balance, outliers.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Development – training of multiple supervised classification models.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Explainability Layer – SHAP for global importance, LIME for local explanations.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Performance Evaluation – Accuracy, Precision, Recall, F1-score and ROC-AUC.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Visualization – interactive Business Intelligence Dashboard for end users.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of the proposed system: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Layer – benchmark healthcare datasets (CSV) loaded and cached.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Preprocessing Layer – cleaning, label/one-hot encoding, standard scaling, train–test split.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Modelling Layer – Logistic Regression, Decision Tree, Random Forest, XGBoost, CatBoost.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Explainability Layer – SHAP explainer (global) and LIME explainer (instance-level).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 Layer – metric computation and comparative analysis across models.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Presentation Layer – Streamlit dashboard with eight navigable analytical modules.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flow: Raw Data → Preprocessing → EDA → Model Training → Prediction → SHAP / LIME → Dashboard.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2740" y="861695"/>
            <a:ext cx="11423650" cy="51555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&amp; Preprocessing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Estimation of Obesity Levels Based on Eating Habits and Physical Condition (UCI) – demographic, lifestyle and health-indicator attributes with seven obesity-level classes.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Hospital Patient Records Dataset (Kaggle) – patient demographics, admission, treatment and discharge records.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Healthcare Dataset (Kaggle) – medical, treatment and healthcare-cost attributes.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 applied: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Removal of duplicate and inconsistent records.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of missing values through imputation.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Label and one-hot encoding of categorical attributes.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scaling and normalization of numeric attributes.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Stratified train–test split to preserve class distribution.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Tools &amp; Technologies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Programming Language – Python 3.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Handling – Pandas, NumPy.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– Scikit-learn, XGBoost, CatBoost.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AI – SHAP, LIME.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– Matplotlib, Seaborn, Plotly.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Framework – Streamlit (deployed locally on port 8501).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Environment – Jupyter Notebook, Visual Studio Code.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Version Control – Git and GitHub.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Machine Learning Models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for disease-risk prediction: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– linear baseline, highly interpretable.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Tree – rule-based, captures non-linear splits.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– bagging ensemble, reduces variance and overfitting.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XGBoost – gradient-boosted trees, strong performance on tabular data.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CatBoost – boosting optimized for categorical healthcare attributes.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is trained on the same preprocessed split and evaluated using identical metrics to ensure a fair comparison.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590" y="1333500"/>
            <a:ext cx="11621770" cy="530542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Explainability (SHAP &amp; LIME)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Global Explainability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SHAP values to quantify each feature’s contribution to predictions.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beeswarm plots identify the most influential health and lifestyle factors.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Local Explainability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simple surrogate model around a single patient record.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why an individual prediction was made, supporting clinical trust.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IDELITY 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closely the LIME explanation matches the original model’s prediction behavior.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PARSITY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small number of important features to provide a simple and easy-to-understand explanation.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BI Dashboard (Streamlit)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built with Streamlit and runs as a multi-section web application with sidebar navigation.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implemented:</a:t>
            </a: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Overview – project summary and key healthcare indicators.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EDA &amp; Dataset Insights – distribution, correlation and class-balance plots with explanations.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– model training, prediction and metric display.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 Explainability – global feature-importance visualizations.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LIME Explainability – instance-level prediction explanations.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Comparative Analysis – side-by-side comparison of all models.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Explorer – interactive filtering and inspection of records.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Conclusions – summarized findings for decision-makers.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300000"/>
            <a:ext cx="1162172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Exploratory Data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BMI distributions, gender balance and obesity-level class counts generated from the dataset, each accompanied by an in-dashboard explanation.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178963227285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584" y="2300000"/>
            <a:ext cx="7468831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245870"/>
            <a:ext cx="10515600" cy="4858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&amp; Key Findings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models (Random Forest, XGBoost, CatBoost) outperform the single-learner baselines on all reported metrics.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Weighted F1-score is used as the primary criterion because the obesity-level classes are multi-class and not perfectly balanced.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 analysis identifies weight, height-derived BMI, age, frequency of physical activity and family history as the dominant predictors.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LIME confirms these factors at the individual-patient level, showing consistency between global and local explanations.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combination of high accuracy with readable explanations addresses the interpretability gap identified in Review-1.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5303" y="1445342"/>
            <a:ext cx="11621729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 end-to-end pipeline combining healthcare analytics, machine learning, explainable AI and interactive visualization has been implemented.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models were compared on both predictive performance and explainability.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Streamlit dashboard converts complex model output into readable healthcare insights.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Extend the evaluation to the remaining hospital and healthcare-cost datasets.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hyperparameter tuning and cross-validation for further performance gains.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the dashboard on a cloud platform for wider access.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and submit the research paper.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5940</Words>
  <Application>WPS Presentation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Kruthi</dc:creator>
  <cp:lastModifiedBy>harshini2006</cp:lastModifiedBy>
  <cp:revision>11</cp:revision>
  <dcterms:created xsi:type="dcterms:W3CDTF">2026-08-11T15:03:00Z</dcterms:created>
  <dcterms:modified xsi:type="dcterms:W3CDTF">2026-09-21T05:01:53Z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00B5068A721B4DF1A8DE2F857ADCC2AD_13</vt:lpwstr>
  </property>
</Properties>
</file>